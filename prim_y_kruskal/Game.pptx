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cade Gamer" charset="1" panose="00000000000000000000"/>
      <p:regular r:id="rId25"/>
    </p:embeddedFont>
    <p:embeddedFont>
      <p:font typeface="Open San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9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9606" y="1057562"/>
            <a:ext cx="4028788" cy="4028788"/>
          </a:xfrm>
          <a:custGeom>
            <a:avLst/>
            <a:gdLst/>
            <a:ahLst/>
            <a:cxnLst/>
            <a:rect r="r" b="b" t="t" l="l"/>
            <a:pathLst>
              <a:path h="4028788" w="4028788">
                <a:moveTo>
                  <a:pt x="0" y="0"/>
                </a:moveTo>
                <a:lnTo>
                  <a:pt x="4028788" y="0"/>
                </a:lnTo>
                <a:lnTo>
                  <a:pt x="4028788" y="4028788"/>
                </a:lnTo>
                <a:lnTo>
                  <a:pt x="0" y="402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83299" y="7687654"/>
            <a:ext cx="2776001" cy="2599346"/>
          </a:xfrm>
          <a:custGeom>
            <a:avLst/>
            <a:gdLst/>
            <a:ahLst/>
            <a:cxnLst/>
            <a:rect r="r" b="b" t="t" l="l"/>
            <a:pathLst>
              <a:path h="2599346" w="2776001">
                <a:moveTo>
                  <a:pt x="0" y="0"/>
                </a:moveTo>
                <a:lnTo>
                  <a:pt x="2776001" y="0"/>
                </a:lnTo>
                <a:lnTo>
                  <a:pt x="2776001" y="2599346"/>
                </a:lnTo>
                <a:lnTo>
                  <a:pt x="0" y="2599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7687654"/>
            <a:ext cx="2776001" cy="2599346"/>
          </a:xfrm>
          <a:custGeom>
            <a:avLst/>
            <a:gdLst/>
            <a:ahLst/>
            <a:cxnLst/>
            <a:rect r="r" b="b" t="t" l="l"/>
            <a:pathLst>
              <a:path h="2599346" w="2776001">
                <a:moveTo>
                  <a:pt x="2776001" y="0"/>
                </a:moveTo>
                <a:lnTo>
                  <a:pt x="0" y="0"/>
                </a:lnTo>
                <a:lnTo>
                  <a:pt x="0" y="2599346"/>
                </a:lnTo>
                <a:lnTo>
                  <a:pt x="2776001" y="2599346"/>
                </a:lnTo>
                <a:lnTo>
                  <a:pt x="27760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28251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0" y="0"/>
                </a:moveTo>
                <a:lnTo>
                  <a:pt x="2569789" y="0"/>
                </a:lnTo>
                <a:lnTo>
                  <a:pt x="2569789" y="747575"/>
                </a:lnTo>
                <a:lnTo>
                  <a:pt x="0" y="7475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689960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2569789" y="0"/>
                </a:moveTo>
                <a:lnTo>
                  <a:pt x="0" y="0"/>
                </a:lnTo>
                <a:lnTo>
                  <a:pt x="0" y="747575"/>
                </a:lnTo>
                <a:lnTo>
                  <a:pt x="2569789" y="747575"/>
                </a:lnTo>
                <a:lnTo>
                  <a:pt x="256978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5089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0" y="0"/>
                </a:moveTo>
                <a:lnTo>
                  <a:pt x="2599346" y="0"/>
                </a:lnTo>
                <a:lnTo>
                  <a:pt x="2599346" y="2599346"/>
                </a:lnTo>
                <a:lnTo>
                  <a:pt x="0" y="2599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413776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2599346" y="0"/>
                </a:moveTo>
                <a:lnTo>
                  <a:pt x="0" y="0"/>
                </a:lnTo>
                <a:lnTo>
                  <a:pt x="0" y="2599346"/>
                </a:lnTo>
                <a:lnTo>
                  <a:pt x="2599346" y="2599346"/>
                </a:lnTo>
                <a:lnTo>
                  <a:pt x="25993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296" y="6172200"/>
            <a:ext cx="845404" cy="4114800"/>
          </a:xfrm>
          <a:custGeom>
            <a:avLst/>
            <a:gdLst/>
            <a:ahLst/>
            <a:cxnLst/>
            <a:rect r="r" b="b" t="t" l="l"/>
            <a:pathLst>
              <a:path h="4114800" w="845404">
                <a:moveTo>
                  <a:pt x="0" y="0"/>
                </a:moveTo>
                <a:lnTo>
                  <a:pt x="845404" y="0"/>
                </a:lnTo>
                <a:lnTo>
                  <a:pt x="845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7259300" y="6172200"/>
            <a:ext cx="845404" cy="4114800"/>
          </a:xfrm>
          <a:custGeom>
            <a:avLst/>
            <a:gdLst/>
            <a:ahLst/>
            <a:cxnLst/>
            <a:rect r="r" b="b" t="t" l="l"/>
            <a:pathLst>
              <a:path h="4114800" w="845404">
                <a:moveTo>
                  <a:pt x="845404" y="0"/>
                </a:moveTo>
                <a:lnTo>
                  <a:pt x="0" y="0"/>
                </a:lnTo>
                <a:lnTo>
                  <a:pt x="0" y="4114800"/>
                </a:lnTo>
                <a:lnTo>
                  <a:pt x="845404" y="4114800"/>
                </a:lnTo>
                <a:lnTo>
                  <a:pt x="84540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17623" y="9407784"/>
            <a:ext cx="1852754" cy="879216"/>
          </a:xfrm>
          <a:custGeom>
            <a:avLst/>
            <a:gdLst/>
            <a:ahLst/>
            <a:cxnLst/>
            <a:rect r="r" b="b" t="t" l="l"/>
            <a:pathLst>
              <a:path h="879216" w="1852754">
                <a:moveTo>
                  <a:pt x="0" y="0"/>
                </a:moveTo>
                <a:lnTo>
                  <a:pt x="1852754" y="0"/>
                </a:lnTo>
                <a:lnTo>
                  <a:pt x="1852754" y="879216"/>
                </a:lnTo>
                <a:lnTo>
                  <a:pt x="0" y="8792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42069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0" y="0"/>
                </a:moveTo>
                <a:lnTo>
                  <a:pt x="1826746" y="0"/>
                </a:lnTo>
                <a:lnTo>
                  <a:pt x="1826746" y="657628"/>
                </a:lnTo>
                <a:lnTo>
                  <a:pt x="0" y="6576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70875" y="9420673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0" y="0"/>
                </a:moveTo>
                <a:lnTo>
                  <a:pt x="2268953" y="0"/>
                </a:lnTo>
                <a:lnTo>
                  <a:pt x="2268953" y="866327"/>
                </a:lnTo>
                <a:lnTo>
                  <a:pt x="0" y="8663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0919185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1826746" y="0"/>
                </a:moveTo>
                <a:lnTo>
                  <a:pt x="0" y="0"/>
                </a:lnTo>
                <a:lnTo>
                  <a:pt x="0" y="657628"/>
                </a:lnTo>
                <a:lnTo>
                  <a:pt x="1826746" y="657628"/>
                </a:lnTo>
                <a:lnTo>
                  <a:pt x="182674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4148172" y="9407784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2268953" y="0"/>
                </a:moveTo>
                <a:lnTo>
                  <a:pt x="0" y="0"/>
                </a:lnTo>
                <a:lnTo>
                  <a:pt x="0" y="866328"/>
                </a:lnTo>
                <a:lnTo>
                  <a:pt x="2268953" y="866328"/>
                </a:lnTo>
                <a:lnTo>
                  <a:pt x="226895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66874" y="4820896"/>
            <a:ext cx="14354252" cy="213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  <a:spcBef>
                <a:spcPct val="0"/>
              </a:spcBef>
            </a:pPr>
            <a:r>
              <a:rPr lang="en-US" sz="11886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ACUEDUCTOS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4901719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034317" y="6890697"/>
            <a:ext cx="4219365" cy="62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sz="36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EXPLICACIÓN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711215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0" y="0"/>
                </a:moveTo>
                <a:lnTo>
                  <a:pt x="4453058" y="0"/>
                </a:lnTo>
                <a:lnTo>
                  <a:pt x="4453058" y="793454"/>
                </a:lnTo>
                <a:lnTo>
                  <a:pt x="0" y="7934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14546157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71031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2882084" y="0"/>
                </a:moveTo>
                <a:lnTo>
                  <a:pt x="0" y="0"/>
                </a:lnTo>
                <a:lnTo>
                  <a:pt x="0" y="5764168"/>
                </a:lnTo>
                <a:lnTo>
                  <a:pt x="2882084" y="5764168"/>
                </a:lnTo>
                <a:lnTo>
                  <a:pt x="28820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901719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11215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0" y="0"/>
                </a:moveTo>
                <a:lnTo>
                  <a:pt x="4453058" y="0"/>
                </a:lnTo>
                <a:lnTo>
                  <a:pt x="4453058" y="793454"/>
                </a:lnTo>
                <a:lnTo>
                  <a:pt x="0" y="7934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546157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71031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2882084" y="0"/>
                </a:moveTo>
                <a:lnTo>
                  <a:pt x="0" y="0"/>
                </a:lnTo>
                <a:lnTo>
                  <a:pt x="0" y="5764168"/>
                </a:lnTo>
                <a:lnTo>
                  <a:pt x="2882084" y="5764168"/>
                </a:lnTo>
                <a:lnTo>
                  <a:pt x="28820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901719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11215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0" y="0"/>
                </a:moveTo>
                <a:lnTo>
                  <a:pt x="4453058" y="0"/>
                </a:lnTo>
                <a:lnTo>
                  <a:pt x="4453058" y="793454"/>
                </a:lnTo>
                <a:lnTo>
                  <a:pt x="0" y="7934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546157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02544" y="2244105"/>
            <a:ext cx="16357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000248" y="1207636"/>
            <a:ext cx="384036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5 = 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3841013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C}; {B}, {D}, {E}, {F}, {G}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02544" y="2244105"/>
            <a:ext cx="1635770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73558" y="1207636"/>
            <a:ext cx="469374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5+3 = 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3841013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C, F}; {B}, {D}, {E}, {G}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02544" y="3167979"/>
            <a:ext cx="1635770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B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52858" y="1207636"/>
            <a:ext cx="4735142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5+3+4 = 12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3841013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B, C, F}; {D}, {E}, {G}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02544" y="3670300"/>
            <a:ext cx="1635770" cy="28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B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52858" y="1207636"/>
            <a:ext cx="4735142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5+3+4+6 = 18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4571442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B, C, D, F}; {E}, {G}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02544" y="3670300"/>
            <a:ext cx="1635770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B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D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 - 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52858" y="1207636"/>
            <a:ext cx="4735142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5+3+4+6+2 = 20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5501310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B, C, D, E, F};  {G}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02544" y="3670300"/>
            <a:ext cx="1635770" cy="424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B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 - E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45841" y="1237630"/>
            <a:ext cx="6642159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5+3+4+6+2+8 = 28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592814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B, C, D, E, F, G}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BC3F1E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526755" y="7404916"/>
            <a:ext cx="1417401" cy="2660650"/>
          </a:xfrm>
          <a:custGeom>
            <a:avLst/>
            <a:gdLst/>
            <a:ahLst/>
            <a:cxnLst/>
            <a:rect r="r" b="b" t="t" l="l"/>
            <a:pathLst>
              <a:path h="2660650" w="1417401">
                <a:moveTo>
                  <a:pt x="0" y="0"/>
                </a:moveTo>
                <a:lnTo>
                  <a:pt x="1417401" y="0"/>
                </a:lnTo>
                <a:lnTo>
                  <a:pt x="1417401" y="2660650"/>
                </a:lnTo>
                <a:lnTo>
                  <a:pt x="0" y="2660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02730" y="83503"/>
            <a:ext cx="35985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PRIM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86242" y="4408532"/>
            <a:ext cx="3200251" cy="28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B = 7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E = 9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F = 11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F - G = 10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60969" y="1237630"/>
            <a:ext cx="542703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5+3+4+6+2+8 = 28 M$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5421" y="1350646"/>
            <a:ext cx="592814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B, C, D, E, F, G}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71031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2882084" y="0"/>
                </a:moveTo>
                <a:lnTo>
                  <a:pt x="0" y="0"/>
                </a:lnTo>
                <a:lnTo>
                  <a:pt x="0" y="5764168"/>
                </a:lnTo>
                <a:lnTo>
                  <a:pt x="2882084" y="5764168"/>
                </a:lnTo>
                <a:lnTo>
                  <a:pt x="28820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901719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11215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0" y="0"/>
                </a:moveTo>
                <a:lnTo>
                  <a:pt x="4453058" y="0"/>
                </a:lnTo>
                <a:lnTo>
                  <a:pt x="4453058" y="793454"/>
                </a:lnTo>
                <a:lnTo>
                  <a:pt x="0" y="7934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546157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2967604" y="1509261"/>
            <a:ext cx="405378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2 = 2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94495" y="2866354"/>
            <a:ext cx="16357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3841013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{D, E}; {B}, {A}, {C}, {F}, {G}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2647624" y="1509261"/>
            <a:ext cx="469374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2+3 = 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94495" y="2866354"/>
            <a:ext cx="1635770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D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5421" y="1350646"/>
            <a:ext cx="4301939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{D, E}; {C, F}, {A}, {B}, {G}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2220934" y="1509261"/>
            <a:ext cx="5547122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2+3+4 = 9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94495" y="2866354"/>
            <a:ext cx="1635770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C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5896" y="1611947"/>
            <a:ext cx="4930336" cy="28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{D, E};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{B, C, F};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{A},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{G}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1700989" y="1509261"/>
            <a:ext cx="6587011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2+3+4+5 = 14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868432" y="3261996"/>
            <a:ext cx="1635770" cy="28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C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5896" y="1611947"/>
            <a:ext cx="4930336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{D, E};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{A, B, C, F}; 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{G}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9B21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1267804" y="1780757"/>
            <a:ext cx="7020196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2+3+4+5+6 = 20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001256" y="3463919"/>
            <a:ext cx="1635770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C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5896" y="1611947"/>
            <a:ext cx="5314626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{A, B, C, D, E, F}; 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{G}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6070150" y="2562140"/>
            <a:ext cx="2418755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070150" y="5289544"/>
            <a:ext cx="1601574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626480" y="7307023"/>
            <a:ext cx="1234489" cy="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456118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73911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419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9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34134" y="6527264"/>
            <a:ext cx="568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88100" y="6527264"/>
            <a:ext cx="71125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1267804" y="1780757"/>
            <a:ext cx="7020196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2+3+4+5+6+8 = 28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201281" y="3380091"/>
            <a:ext cx="1635770" cy="424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F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C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C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D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 - 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5896" y="2146215"/>
            <a:ext cx="5937674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{A, B, C, D, E, F, G}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8905" y="1925186"/>
            <a:ext cx="1568787" cy="1273907"/>
            <a:chOff x="0" y="0"/>
            <a:chExt cx="482381" cy="391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0969" y="6670072"/>
            <a:ext cx="1568787" cy="1273903"/>
            <a:chOff x="0" y="0"/>
            <a:chExt cx="482381" cy="391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381" cy="391708"/>
            </a:xfrm>
            <a:custGeom>
              <a:avLst/>
              <a:gdLst/>
              <a:ahLst/>
              <a:cxnLst/>
              <a:rect r="r" b="b" t="t" l="l"/>
              <a:pathLst>
                <a:path h="391708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4"/>
                  </a:cubicBezTo>
                  <a:cubicBezTo>
                    <a:pt x="0" y="304021"/>
                    <a:pt x="107985" y="391708"/>
                    <a:pt x="241191" y="391708"/>
                  </a:cubicBezTo>
                  <a:cubicBezTo>
                    <a:pt x="374396" y="391708"/>
                    <a:pt x="482381" y="304021"/>
                    <a:pt x="482381" y="195854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45223" y="-77577"/>
              <a:ext cx="391935" cy="43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7693" y="6670072"/>
            <a:ext cx="1568787" cy="1273907"/>
            <a:chOff x="0" y="0"/>
            <a:chExt cx="482381" cy="39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7331" y="6670072"/>
            <a:ext cx="1568787" cy="1273907"/>
            <a:chOff x="0" y="0"/>
            <a:chExt cx="482381" cy="391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6969" y="6670072"/>
            <a:ext cx="1568787" cy="1273907"/>
            <a:chOff x="0" y="0"/>
            <a:chExt cx="482381" cy="391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26480" y="4015637"/>
            <a:ext cx="1568787" cy="1273907"/>
            <a:chOff x="0" y="0"/>
            <a:chExt cx="482381" cy="39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85756" y="4015637"/>
            <a:ext cx="1568787" cy="1273907"/>
            <a:chOff x="0" y="0"/>
            <a:chExt cx="482381" cy="39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381" cy="391709"/>
            </a:xfrm>
            <a:custGeom>
              <a:avLst/>
              <a:gdLst/>
              <a:ahLst/>
              <a:cxnLst/>
              <a:rect r="r" b="b" t="t" l="l"/>
              <a:pathLst>
                <a:path h="391709" w="482381">
                  <a:moveTo>
                    <a:pt x="241191" y="0"/>
                  </a:moveTo>
                  <a:cubicBezTo>
                    <a:pt x="107985" y="0"/>
                    <a:pt x="0" y="87687"/>
                    <a:pt x="0" y="195855"/>
                  </a:cubicBezTo>
                  <a:cubicBezTo>
                    <a:pt x="0" y="304022"/>
                    <a:pt x="107985" y="391709"/>
                    <a:pt x="241191" y="391709"/>
                  </a:cubicBezTo>
                  <a:cubicBezTo>
                    <a:pt x="374396" y="391709"/>
                    <a:pt x="482381" y="304022"/>
                    <a:pt x="482381" y="195855"/>
                  </a:cubicBezTo>
                  <a:cubicBezTo>
                    <a:pt x="482381" y="87687"/>
                    <a:pt x="374396" y="0"/>
                    <a:pt x="241191" y="0"/>
                  </a:cubicBezTo>
                  <a:close/>
                </a:path>
              </a:pathLst>
            </a:custGeom>
            <a:solidFill>
              <a:srgbClr val="007D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45223" y="-77577"/>
              <a:ext cx="391935" cy="432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B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10057693" y="2562140"/>
            <a:ext cx="2353181" cy="1453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4501363" y="4652590"/>
            <a:ext cx="784394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285756" y="7307026"/>
            <a:ext cx="16015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854544" y="4652590"/>
            <a:ext cx="47719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13195267" y="4652590"/>
            <a:ext cx="450096" cy="20174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10842086" y="5289544"/>
            <a:ext cx="1568787" cy="138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7453509" y="8319316"/>
            <a:ext cx="3647737" cy="1731017"/>
          </a:xfrm>
          <a:custGeom>
            <a:avLst/>
            <a:gdLst/>
            <a:ahLst/>
            <a:cxnLst/>
            <a:rect r="r" b="b" t="t" l="l"/>
            <a:pathLst>
              <a:path h="1731017" w="3647737">
                <a:moveTo>
                  <a:pt x="0" y="0"/>
                </a:moveTo>
                <a:lnTo>
                  <a:pt x="3647736" y="0"/>
                </a:lnTo>
                <a:lnTo>
                  <a:pt x="3647736" y="1731017"/>
                </a:lnTo>
                <a:lnTo>
                  <a:pt x="0" y="1731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859943" y="3872829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67804" y="265874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33199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64656" y="5443841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56730" y="6527264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31943" y="5142216"/>
            <a:ext cx="426839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8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67034" y="83503"/>
            <a:ext cx="6869906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KRUSKAL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948770" y="7569321"/>
            <a:ext cx="1439923" cy="2675532"/>
          </a:xfrm>
          <a:custGeom>
            <a:avLst/>
            <a:gdLst/>
            <a:ahLst/>
            <a:cxnLst/>
            <a:rect r="r" b="b" t="t" l="l"/>
            <a:pathLst>
              <a:path h="2675532" w="1439923">
                <a:moveTo>
                  <a:pt x="0" y="0"/>
                </a:moveTo>
                <a:lnTo>
                  <a:pt x="1439923" y="0"/>
                </a:lnTo>
                <a:lnTo>
                  <a:pt x="1439923" y="2675532"/>
                </a:lnTo>
                <a:lnTo>
                  <a:pt x="0" y="2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736941" y="1780757"/>
            <a:ext cx="5551059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MST = 2+3+4+5+6+8 = 28 M$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5896" y="2146215"/>
            <a:ext cx="5937674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{A, B, C, D, E, F, G}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667881" y="4418057"/>
            <a:ext cx="3018611" cy="266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2"/>
              </a:lnSpc>
            </a:pPr>
            <a:r>
              <a:rPr lang="en-US" sz="3772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 - B = 7</a:t>
            </a:r>
          </a:p>
          <a:p>
            <a:pPr algn="ctr">
              <a:lnSpc>
                <a:spcPts val="5282"/>
              </a:lnSpc>
            </a:pPr>
            <a:r>
              <a:rPr lang="en-US" sz="3772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 - E = 9</a:t>
            </a:r>
          </a:p>
          <a:p>
            <a:pPr algn="ctr">
              <a:lnSpc>
                <a:spcPts val="5282"/>
              </a:lnSpc>
            </a:pPr>
            <a:r>
              <a:rPr lang="en-US" sz="3772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 - F = 11</a:t>
            </a:r>
          </a:p>
          <a:p>
            <a:pPr algn="ctr">
              <a:lnSpc>
                <a:spcPts val="5282"/>
              </a:lnSpc>
              <a:spcBef>
                <a:spcPct val="0"/>
              </a:spcBef>
            </a:pPr>
            <a:r>
              <a:rPr lang="en-US" sz="3772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F - G = 10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4858" y="2613013"/>
            <a:ext cx="2023142" cy="7673987"/>
          </a:xfrm>
          <a:custGeom>
            <a:avLst/>
            <a:gdLst/>
            <a:ahLst/>
            <a:cxnLst/>
            <a:rect r="r" b="b" t="t" l="l"/>
            <a:pathLst>
              <a:path h="7673987" w="2023142">
                <a:moveTo>
                  <a:pt x="0" y="0"/>
                </a:moveTo>
                <a:lnTo>
                  <a:pt x="2023142" y="0"/>
                </a:lnTo>
                <a:lnTo>
                  <a:pt x="2023142" y="7673987"/>
                </a:lnTo>
                <a:lnTo>
                  <a:pt x="0" y="76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98974" y="1028700"/>
            <a:ext cx="2104159" cy="9258300"/>
          </a:xfrm>
          <a:custGeom>
            <a:avLst/>
            <a:gdLst/>
            <a:ahLst/>
            <a:cxnLst/>
            <a:rect r="r" b="b" t="t" l="l"/>
            <a:pathLst>
              <a:path h="9258300" w="2104159">
                <a:moveTo>
                  <a:pt x="0" y="0"/>
                </a:moveTo>
                <a:lnTo>
                  <a:pt x="2104159" y="0"/>
                </a:lnTo>
                <a:lnTo>
                  <a:pt x="210415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284867" y="1028700"/>
            <a:ext cx="2104159" cy="9258300"/>
          </a:xfrm>
          <a:custGeom>
            <a:avLst/>
            <a:gdLst/>
            <a:ahLst/>
            <a:cxnLst/>
            <a:rect r="r" b="b" t="t" l="l"/>
            <a:pathLst>
              <a:path h="9258300" w="2104159">
                <a:moveTo>
                  <a:pt x="2104159" y="0"/>
                </a:moveTo>
                <a:lnTo>
                  <a:pt x="0" y="0"/>
                </a:lnTo>
                <a:lnTo>
                  <a:pt x="0" y="9258300"/>
                </a:lnTo>
                <a:lnTo>
                  <a:pt x="2104159" y="9258300"/>
                </a:lnTo>
                <a:lnTo>
                  <a:pt x="21041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2613013"/>
            <a:ext cx="2023142" cy="7673987"/>
          </a:xfrm>
          <a:custGeom>
            <a:avLst/>
            <a:gdLst/>
            <a:ahLst/>
            <a:cxnLst/>
            <a:rect r="r" b="b" t="t" l="l"/>
            <a:pathLst>
              <a:path h="7673987" w="2023142">
                <a:moveTo>
                  <a:pt x="2023142" y="0"/>
                </a:moveTo>
                <a:lnTo>
                  <a:pt x="0" y="0"/>
                </a:lnTo>
                <a:lnTo>
                  <a:pt x="0" y="7673987"/>
                </a:lnTo>
                <a:lnTo>
                  <a:pt x="2023142" y="7673987"/>
                </a:lnTo>
                <a:lnTo>
                  <a:pt x="2023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29606" y="1057562"/>
            <a:ext cx="4028788" cy="4028788"/>
          </a:xfrm>
          <a:custGeom>
            <a:avLst/>
            <a:gdLst/>
            <a:ahLst/>
            <a:cxnLst/>
            <a:rect r="r" b="b" t="t" l="l"/>
            <a:pathLst>
              <a:path h="4028788" w="4028788">
                <a:moveTo>
                  <a:pt x="0" y="0"/>
                </a:moveTo>
                <a:lnTo>
                  <a:pt x="4028788" y="0"/>
                </a:lnTo>
                <a:lnTo>
                  <a:pt x="4028788" y="4028788"/>
                </a:lnTo>
                <a:lnTo>
                  <a:pt x="0" y="4028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00164" y="3594529"/>
            <a:ext cx="10487673" cy="406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62"/>
              </a:lnSpc>
            </a:pPr>
            <a:r>
              <a:rPr lang="en-US" sz="1619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THANK</a:t>
            </a:r>
          </a:p>
          <a:p>
            <a:pPr algn="ctr">
              <a:lnSpc>
                <a:spcPts val="15062"/>
              </a:lnSpc>
            </a:pPr>
            <a:r>
              <a:rPr lang="en-US" sz="1619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57771" y="1710223"/>
            <a:ext cx="1885630" cy="658256"/>
          </a:xfrm>
          <a:custGeom>
            <a:avLst/>
            <a:gdLst/>
            <a:ahLst/>
            <a:cxnLst/>
            <a:rect r="r" b="b" t="t" l="l"/>
            <a:pathLst>
              <a:path h="658256" w="1885630">
                <a:moveTo>
                  <a:pt x="0" y="0"/>
                </a:moveTo>
                <a:lnTo>
                  <a:pt x="1885631" y="0"/>
                </a:lnTo>
                <a:lnTo>
                  <a:pt x="1885631" y="658257"/>
                </a:lnTo>
                <a:lnTo>
                  <a:pt x="0" y="658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2144598" y="1710223"/>
            <a:ext cx="1885630" cy="658256"/>
          </a:xfrm>
          <a:custGeom>
            <a:avLst/>
            <a:gdLst/>
            <a:ahLst/>
            <a:cxnLst/>
            <a:rect r="r" b="b" t="t" l="l"/>
            <a:pathLst>
              <a:path h="658256" w="1885630">
                <a:moveTo>
                  <a:pt x="1885631" y="0"/>
                </a:moveTo>
                <a:lnTo>
                  <a:pt x="0" y="0"/>
                </a:lnTo>
                <a:lnTo>
                  <a:pt x="0" y="658257"/>
                </a:lnTo>
                <a:lnTo>
                  <a:pt x="1885631" y="658257"/>
                </a:lnTo>
                <a:lnTo>
                  <a:pt x="188563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11215" y="631973"/>
            <a:ext cx="2996082" cy="533847"/>
          </a:xfrm>
          <a:custGeom>
            <a:avLst/>
            <a:gdLst/>
            <a:ahLst/>
            <a:cxnLst/>
            <a:rect r="r" b="b" t="t" l="l"/>
            <a:pathLst>
              <a:path h="533847" w="2996082">
                <a:moveTo>
                  <a:pt x="0" y="0"/>
                </a:moveTo>
                <a:lnTo>
                  <a:pt x="2996082" y="0"/>
                </a:lnTo>
                <a:lnTo>
                  <a:pt x="2996082" y="533847"/>
                </a:lnTo>
                <a:lnTo>
                  <a:pt x="0" y="533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003133" y="631973"/>
            <a:ext cx="2996082" cy="533847"/>
          </a:xfrm>
          <a:custGeom>
            <a:avLst/>
            <a:gdLst/>
            <a:ahLst/>
            <a:cxnLst/>
            <a:rect r="r" b="b" t="t" l="l"/>
            <a:pathLst>
              <a:path h="533847" w="2996082">
                <a:moveTo>
                  <a:pt x="2996082" y="0"/>
                </a:moveTo>
                <a:lnTo>
                  <a:pt x="0" y="0"/>
                </a:lnTo>
                <a:lnTo>
                  <a:pt x="0" y="533847"/>
                </a:lnTo>
                <a:lnTo>
                  <a:pt x="2996082" y="533847"/>
                </a:lnTo>
                <a:lnTo>
                  <a:pt x="299608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28251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0" y="0"/>
                </a:moveTo>
                <a:lnTo>
                  <a:pt x="2569789" y="0"/>
                </a:lnTo>
                <a:lnTo>
                  <a:pt x="2569789" y="747575"/>
                </a:lnTo>
                <a:lnTo>
                  <a:pt x="0" y="747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689960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2569789" y="0"/>
                </a:moveTo>
                <a:lnTo>
                  <a:pt x="0" y="0"/>
                </a:lnTo>
                <a:lnTo>
                  <a:pt x="0" y="747575"/>
                </a:lnTo>
                <a:lnTo>
                  <a:pt x="2569789" y="747575"/>
                </a:lnTo>
                <a:lnTo>
                  <a:pt x="256978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5089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0" y="0"/>
                </a:moveTo>
                <a:lnTo>
                  <a:pt x="2599346" y="0"/>
                </a:lnTo>
                <a:lnTo>
                  <a:pt x="2599346" y="2599346"/>
                </a:lnTo>
                <a:lnTo>
                  <a:pt x="0" y="25993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413776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2599346" y="0"/>
                </a:moveTo>
                <a:lnTo>
                  <a:pt x="0" y="0"/>
                </a:lnTo>
                <a:lnTo>
                  <a:pt x="0" y="2599346"/>
                </a:lnTo>
                <a:lnTo>
                  <a:pt x="2599346" y="2599346"/>
                </a:lnTo>
                <a:lnTo>
                  <a:pt x="259934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17623" y="9407784"/>
            <a:ext cx="1852754" cy="879216"/>
          </a:xfrm>
          <a:custGeom>
            <a:avLst/>
            <a:gdLst/>
            <a:ahLst/>
            <a:cxnLst/>
            <a:rect r="r" b="b" t="t" l="l"/>
            <a:pathLst>
              <a:path h="879216" w="1852754">
                <a:moveTo>
                  <a:pt x="0" y="0"/>
                </a:moveTo>
                <a:lnTo>
                  <a:pt x="1852754" y="0"/>
                </a:lnTo>
                <a:lnTo>
                  <a:pt x="1852754" y="879216"/>
                </a:lnTo>
                <a:lnTo>
                  <a:pt x="0" y="8792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42069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0" y="0"/>
                </a:moveTo>
                <a:lnTo>
                  <a:pt x="1826746" y="0"/>
                </a:lnTo>
                <a:lnTo>
                  <a:pt x="1826746" y="657628"/>
                </a:lnTo>
                <a:lnTo>
                  <a:pt x="0" y="6576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2059" y="9420673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0" y="0"/>
                </a:moveTo>
                <a:lnTo>
                  <a:pt x="2268953" y="0"/>
                </a:lnTo>
                <a:lnTo>
                  <a:pt x="2268953" y="866327"/>
                </a:lnTo>
                <a:lnTo>
                  <a:pt x="0" y="8663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0919185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1826746" y="0"/>
                </a:moveTo>
                <a:lnTo>
                  <a:pt x="0" y="0"/>
                </a:lnTo>
                <a:lnTo>
                  <a:pt x="0" y="657628"/>
                </a:lnTo>
                <a:lnTo>
                  <a:pt x="1826746" y="657628"/>
                </a:lnTo>
                <a:lnTo>
                  <a:pt x="1826746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4816988" y="9407784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2268953" y="0"/>
                </a:moveTo>
                <a:lnTo>
                  <a:pt x="0" y="0"/>
                </a:lnTo>
                <a:lnTo>
                  <a:pt x="0" y="866328"/>
                </a:lnTo>
                <a:lnTo>
                  <a:pt x="2268953" y="866328"/>
                </a:lnTo>
                <a:lnTo>
                  <a:pt x="2268953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DAHJR6dkCcw</dc:identifier>
  <dcterms:modified xsi:type="dcterms:W3CDTF">2011-08-01T06:04:30Z</dcterms:modified>
  <cp:revision>1</cp:revision>
  <dc:title>Game</dc:title>
</cp:coreProperties>
</file>